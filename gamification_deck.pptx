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FinTech EduLab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The Flight Simulator for Quantitative Finance</a:t>
            </a:r>
          </a:p>
          <a:p/>
          <a:p>
            <a:r>
              <a:t>Gamification &amp; Engineering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'Black Box'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trading courses give you the server code. We don't.</a:t>
            </a:r>
          </a:p>
          <a:p>
            <a:pPr>
              <a:defRPr b="1"/>
            </a:pPr>
            <a:r>
              <a:t>In the real world, the Exchange is a Black Box.</a:t>
            </a:r>
          </a:p>
          <a:p>
            <a:pPr/>
            <a:r>
              <a:t>The Rules of Engagement:</a:t>
            </a:r>
          </a:p>
          <a:p>
            <a:pPr lvl="1"/>
            <a:r>
              <a:t>Market Data: WebSocket Feed (Raw JSON)</a:t>
            </a:r>
          </a:p>
          <a:p>
            <a:pPr lvl="1"/>
            <a:r>
              <a:t>Order Entry: FIX 4.2 Protocol (TCP)</a:t>
            </a:r>
          </a:p>
          <a:p>
            <a:pPr lvl="1"/>
            <a:r>
              <a:t>Reconciliation: Kafka Drop Copy (Persistence)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Phase 1: 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66CC"/>
                </a:solidFill>
              </a:defRPr>
            </a:pPr>
            <a:r>
              <a:t>Level 1: The Feed (WebSocket)</a:t>
            </a:r>
          </a:p>
          <a:p>
            <a:pPr lvl="1"/>
            <a:r>
              <a:t>Goal: Zero-latency parsing (&lt; 1ms).</a:t>
            </a:r>
          </a:p>
          <a:p>
            <a:pPr>
              <a:defRPr b="1">
                <a:solidFill>
                  <a:srgbClr val="0066CC"/>
                </a:solidFill>
              </a:defRPr>
            </a:pPr>
            <a:r>
              <a:t>Level 2: The Gateway (FIX)</a:t>
            </a:r>
          </a:p>
          <a:p>
            <a:pPr lvl="1"/>
            <a:r>
              <a:t>Task: Implement raw FIX Client from scratch.</a:t>
            </a:r>
          </a:p>
          <a:p>
            <a:pPr>
              <a:defRPr b="1">
                <a:solidFill>
                  <a:srgbClr val="0066CC"/>
                </a:solidFill>
              </a:defRPr>
            </a:pPr>
            <a:r>
              <a:t>Level 3: First Execution</a:t>
            </a:r>
          </a:p>
          <a:p>
            <a:pPr lvl="1"/>
            <a:r>
              <a:t>Success: Receive ExecType=Trade on RELIANCE.NS.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Phase 2: Scale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0066CC"/>
                </a:solidFill>
              </a:defRPr>
            </a:pPr>
            <a:r>
              <a:t>Level 4: The Firehose (Kafka)</a:t>
            </a:r>
          </a:p>
          <a:p>
            <a:pPr lvl="1"/>
            <a:r>
              <a:t>Task: Consuming Trade Reporting Topic.</a:t>
            </a:r>
          </a:p>
          <a:p>
            <a:pPr lvl="1"/>
            <a:r>
              <a:t>Challenge: Exactly-Once Processing &amp; Offsets.</a:t>
            </a:r>
          </a:p>
          <a:p>
            <a:pPr>
              <a:defRPr b="1">
                <a:solidFill>
                  <a:srgbClr val="0066CC"/>
                </a:solidFill>
              </a:defRPr>
            </a:pPr>
            <a:r>
              <a:t>Level 5: The Shadow (Order Book)</a:t>
            </a:r>
          </a:p>
          <a:p>
            <a:pPr lvl="1"/>
            <a:r>
              <a:t>Task: Local LOB Reconstruction.</a:t>
            </a:r>
          </a:p>
          <a:p>
            <a:pPr>
              <a:defRPr b="1">
                <a:solidFill>
                  <a:srgbClr val="0066CC"/>
                </a:solidFill>
              </a:defRPr>
            </a:pPr>
            <a:r>
              <a:t>Level 6: The Shield (Risk)</a:t>
            </a:r>
          </a:p>
          <a:p>
            <a:pPr lvl="1"/>
            <a:r>
              <a:t>Task: Pre-trade Latency Interceptor (&lt; 100us).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Phase 3: Quant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solidFill>
                  <a:srgbClr val="CC0000"/>
                </a:solidFill>
              </a:defRPr>
            </a:pPr>
            <a:r>
              <a:t>Level 7: The Survivor (Disaster Recovery)</a:t>
            </a:r>
          </a:p>
          <a:p>
            <a:pPr lvl="1"/>
            <a:r>
              <a:t>Scenario: 'Chaos Mode' (Random TCP Resets).</a:t>
            </a:r>
          </a:p>
          <a:p>
            <a:pPr lvl="1"/>
            <a:r>
              <a:t>Goal: Auto-reconnect &lt; 3 seconds.</a:t>
            </a:r>
          </a:p>
          <a:p>
            <a:pPr>
              <a:defRPr b="1">
                <a:solidFill>
                  <a:srgbClr val="006600"/>
                </a:solidFill>
              </a:defRPr>
            </a:pPr>
            <a:r>
              <a:t>Level 8: The Grandmaster</a:t>
            </a:r>
          </a:p>
          <a:p>
            <a:pPr lvl="1"/>
            <a:r>
              <a:t>Task: Profitable Market Making Algo.</a:t>
            </a:r>
          </a:p>
          <a:p>
            <a:pPr lvl="1"/>
            <a:r>
              <a:t>Reward: 'Certified Quant Engineer'.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Ready to Deploy?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00"/>
                </a:solidFill>
              </a:defRPr>
            </a:pPr>
            <a:r>
              <a:t>&gt; docker-compose up</a:t>
            </a:r>
          </a:p>
          <a:p/>
          <a:p>
            <a:r>
              <a:t>Start your journey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